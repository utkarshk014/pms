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10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6B780-1C86-7B05-E0BD-0E0366057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21258D-6336-EBDE-8115-CBA47B11A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9BA47-2CF8-5F62-4A8D-656CE6DF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28C3A-CCA1-45BE-86F1-232F9FB323C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6D11E-2BB2-BD9B-CA85-63B643AC5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C6C4B-CF9D-9EA2-257C-5ED843E37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EB7A8-C703-4C45-B84E-3CD6F71AB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021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7A21-6686-E915-635E-3FAD6CEB7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0948C-FFE9-9F1F-F71D-93B664F0D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F1DBE-4EB5-ADFD-9DB8-7B405E6D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28C3A-CCA1-45BE-86F1-232F9FB323C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05AB9-5DB9-0892-48DC-59969AC2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81CCD-20F8-EB1B-3D3E-1D6AC7A6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EB7A8-C703-4C45-B84E-3CD6F71AB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084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0BB95-A7CC-E1E8-C1C1-D7FBF53A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B1711-821E-AE34-F267-27E6EDEF5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D9B86-9B42-5B8A-7EE3-834CBABC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28C3A-CCA1-45BE-86F1-232F9FB323C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66999-0B44-B9FB-AE37-4C1FE5324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FC33A-DE9C-25F1-4FEB-4AD6BE708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EB7A8-C703-4C45-B84E-3CD6F71AB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22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BB2DB-4FC5-A41F-E3BF-C0A10AFE0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DDD9D-38C0-6C6A-16F0-DC5A6327F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AEEDE-2E41-15BF-3AE4-07B9453AE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EE827-9070-DD2A-B98B-370F11DE6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28C3A-CCA1-45BE-86F1-232F9FB323C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8DD58-408F-FB9B-739E-D2432A337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31C06-9A8B-52DF-44F9-F124A2861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EB7A8-C703-4C45-B84E-3CD6F71AB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749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D689-6CCE-F679-5AF6-FE463CEC8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739E2-6A5A-30FA-B549-765D7E6F5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0A4D3-1CAC-E2DD-B1F6-9F09F5BD1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6EEEA7-C7BA-9FA3-F7D9-A6302EB44E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D2C1C-B8D2-F75B-674F-5EC205E73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3DB1B3-C133-5637-84E8-74204A2A5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28C3A-CCA1-45BE-86F1-232F9FB323C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FFF0D8-4092-21BF-A6F1-D114DD5EF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15001-332E-B5C3-04BE-7E655A7C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EB7A8-C703-4C45-B84E-3CD6F71AB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73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E93E1-6F3E-5DBA-0F4D-3518D3868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ED140F-FF9A-D635-A1B6-E135A9C41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28C3A-CCA1-45BE-86F1-232F9FB323C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38F8D1-87E5-2998-52A3-6DF73A1E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B4B90-0A1A-9593-D8D1-14B5379BD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EB7A8-C703-4C45-B84E-3CD6F71AB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777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4D23D8-8D01-B6FB-A5D9-5A8CB7180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28C3A-CCA1-45BE-86F1-232F9FB323C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4FB631-3F80-2CAC-2CDB-214BF55DA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22BE7-FF37-A7D2-F912-5802375A9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EB7A8-C703-4C45-B84E-3CD6F71AB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650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409AE-59B3-4CAC-BBF8-58A12E0C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F1AF9-FA48-0ABE-7B9F-19C30CE29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78EC2-EAC4-89C3-E355-3AD88D5BA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1FEE4-C787-9140-09BC-85FC29021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28C3A-CCA1-45BE-86F1-232F9FB323C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27138-662F-1813-AB1C-E15EB515A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056CD-5312-033D-F4F5-AE61B6FE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EB7A8-C703-4C45-B84E-3CD6F71AB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357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41D5-C377-220F-FA2B-15FFF7F67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CBAF4E-F357-DD58-50AA-346808FFC9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A3ADE-35B9-E1E3-A68C-0AA07559A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70EF1-386A-D428-86A2-DA201923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28C3A-CCA1-45BE-86F1-232F9FB323C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1C90A-0E44-7D0E-8D3F-13ED5020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8E1FC-3EB4-E518-1678-3C43581E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EB7A8-C703-4C45-B84E-3CD6F71AB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736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10EA-10D0-ACF7-37F8-5AD0A5A98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8F4C1-0024-D56F-7E0D-D95C8F5D8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AFF35-0CC2-E3EA-2C00-29ACC318E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28C3A-CCA1-45BE-86F1-232F9FB323C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E464B-58D3-1BD2-502A-C33ED5EEA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168AE-9D66-6CDD-0AB9-EED1B793D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EB7A8-C703-4C45-B84E-3CD6F71AB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266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48D920-9242-1C16-F706-FDBE76F601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2D939F-3790-B0BE-8F8F-6F02A1792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33B8B-E8D5-6A84-B96E-8EBD4CED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28C3A-CCA1-45BE-86F1-232F9FB323C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BB94-7941-C072-6A7B-AEBBB2309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81946-A2AF-54D7-403E-75100719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EB7A8-C703-4C45-B84E-3CD6F71AB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9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CA50DA-3721-9450-6FD5-7DD676CD3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D40B5-1164-D400-F13C-4B139E1FD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EE0E2-3069-0875-4ADA-0123212E7A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028C3A-CCA1-45BE-86F1-232F9FB323C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ADC0A-18FF-C3D3-9389-911C9F38F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CDC85-51C8-BC4C-AC64-FE26BAAE8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EB7A8-C703-4C45-B84E-3CD6F71AB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894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37F179-43AD-4071-30CF-27BB01EE9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406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96DD53-C6ED-E680-83E1-425ECF96D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271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C84CC1-E2F6-6C50-6285-F6374D8D3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609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036AC-2684-AC49-532A-D6C5B8DA6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98D245-C999-6214-D12B-471D1A8C2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230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6E221-3F8E-8644-0954-A213E2ADC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7B1CBF-6933-4400-D51D-14DC7E427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052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C9E6B-042D-6FDF-48E8-15020C74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0911C1-AF4F-CD11-EB26-D2CF5BC51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848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DF4D-DAB5-607A-F4E0-C713D686D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5371C0-2C6F-9C40-4008-9826C33DD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52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42AC8-B55F-4D9F-1B4F-FB1127F67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3DABB7-435A-D6F7-2B21-6317518B2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896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Kumar</dc:creator>
  <cp:lastModifiedBy>Santhosh Kumar</cp:lastModifiedBy>
  <cp:revision>1</cp:revision>
  <dcterms:created xsi:type="dcterms:W3CDTF">2026-02-04T11:27:40Z</dcterms:created>
  <dcterms:modified xsi:type="dcterms:W3CDTF">2026-02-04T11:29:59Z</dcterms:modified>
</cp:coreProperties>
</file>